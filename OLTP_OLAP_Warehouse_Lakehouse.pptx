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two ways systems use data (OLTP/OLAP) and two ways to store it for analytics (warehouse/lakehouse).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OLTP is the cashier at the till; OLAP is the manager reviewing the month's sales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Lakehouse = the flexibility of a data lake with the reliability and SQL of a warehouse.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73152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Warehouse vs Lakehouse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fundamentals for beginners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business vs analysing the business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07B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– Online Transaction Processing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operations: place an order, swipe a card, book a ticket.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28016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280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– Online Analytical Processing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reporting: sales by region, monthly trends.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transactions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small inserts / updates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big, complex reads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Current, detailed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Historical, aggregated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Normalised 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schema / cubes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app, e-commerce checkout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sales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vs Lakehouse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analytical (OLAP) data lives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cleaned data in tables, built for fast SQL and reporting.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28016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280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storage + warehouse-style tables, for all data types.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Structured, semi, unstructured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before loading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Flexible, applied as it matures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/ managed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files (Delta / Parquet)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 &amp; reporting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 + data science + streaming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→ Staging → Reporting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 → Silver → 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Layers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gets cleaner and more useful at each step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E07B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Landing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6596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copy of source data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Loaded as-is, no changes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for audit &amp; replay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44"/>
                </a:solidFill>
              </a:rPr>
              <a:t>➜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3716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Staging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96596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 and validate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 types, remove duplicates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business rules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44"/>
                </a:solidFill>
              </a:rPr>
              <a:t>➜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3716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Reporting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196596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 schema: facts + dimensions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Aggregated and ready for BI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Feeds dashboards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Sales CSV arrives (Landing) → duplicates removed (Staging) → Sales fact table (Reporting)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Layers: Medallion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CD7F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6596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data, kept as ingested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format: files, JSON, streams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history preserved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44"/>
                </a:solidFill>
              </a:rPr>
              <a:t>➜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9AA5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3716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9AA5B1"/>
          </a:solidFill>
          <a:ln w="12700">
            <a:solidFill>
              <a:srgbClr val="9AA5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96596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Cleaned, deduplicated, validated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Standardised Delta tables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Joined and enriched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44"/>
                </a:solidFill>
              </a:rPr>
              <a:t>➜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37160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196596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Business-ready aggregates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 schema / KPIs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Feeds Power BI &amp; reports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Raw JSON orders (Bronze) → cleaned orders table (Silver) → daily revenue by region (Gold)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different names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Raw, untouched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 &amp; standardised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Business-ready for reporting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runs the business; OLAP analyses it.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suit structured BI; lakehouses handle all data types.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refine data in 3 stages: raw → clean → report-ready.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2026-10-05T01:44:27Z</dcterms:created>
  <dcterms:modified xsi:type="dcterms:W3CDTF">2026-10-05T01:44:27Z</dcterms:modified>
</cp:coreProperties>
</file>
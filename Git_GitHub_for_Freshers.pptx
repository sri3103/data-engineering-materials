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5" name="Image 0" descr="/home/claude/git_ppt/icons/g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042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Beginner’s Guide for Freshers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237744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 •  Collaboration  •  Command Line Basics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5" name="Image 0" descr="/home/claude/git_ppt/icons/g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20299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system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69164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0" name="Image 1" descr="/home/claude/git_ppt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938" y="187817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GitHub?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589520" y="20299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home for your Git repositories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42900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5" name="Image 2" descr="/home/claude/git_ppt/icons/fold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361553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3736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initialize and track a project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29400" y="342900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3" descr="/home/claude/git_ppt/icons/upl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938" y="361553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GitHub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58952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committing, and pushing changes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16636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5" name="Image 4" descr="/home/claude/git_ppt/icons/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5352898"/>
            <a:ext cx="404165" cy="4041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5029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737360" y="550468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features without breaking main code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629400" y="516636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0" name="Image 5" descr="/home/claude/git_ppt/icons/termina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5938" y="5352898"/>
            <a:ext cx="404165" cy="40416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89520" y="5029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 Sheet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7589520" y="550468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Git commands you’ll actually use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005840"/>
            <a:ext cx="1280160" cy="12801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4" name="Image 0" descr="/home/claude/git_ppt/icons/g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278" y="131307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open-source distributed version control system.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5943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git_ppt/icons/hist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73700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760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0" y="94183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full history of every file so you can see who changed what, and when.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21031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git_ppt/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086" y="224576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20848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486400" y="245059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lives on your machine — commit, branch, and view history with no internet needed.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36118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git_ppt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3754526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5935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86400" y="395935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 can work on the same codebase without overwriting each other’s work.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63440" y="5120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4" descr="/home/claude/git_ppt/icons/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086" y="5263286"/>
            <a:ext cx="309067" cy="30906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51023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Experimentation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486400" y="546811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try new ideas in isolation, then merge them back when ready.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005840"/>
            <a:ext cx="1280160" cy="12801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4" name="Image 0" descr="/home/claude/git_ppt/icon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278" y="131307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GitHub?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platform that hosts Git repositories online.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594360"/>
            <a:ext cx="594360" cy="5943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8" name="Image 1" descr="/home/claude/git_ppt/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73700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760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Backup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0" y="94183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repository is mirrored online — safe even if your laptop is lost.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2103120"/>
            <a:ext cx="594360" cy="5943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2" descr="/home/claude/git_ppt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086" y="224576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20848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Hub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486400" y="245059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push, pull, review, and discuss code together from anywhere.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3611880"/>
            <a:ext cx="594360" cy="5943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6" name="Image 3" descr="/home/claude/git_ppt/icons/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3754526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5935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Pull Requests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86400" y="395935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bugs and tasks, and review code changes before they merge.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63440" y="5120640"/>
            <a:ext cx="594360" cy="5943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4" descr="/home/claude/git_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086" y="5263286"/>
            <a:ext cx="309067" cy="30906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51023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486400" y="546811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 decide who can view, edit, or approve changes.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 GitHub — They’re Not the Same 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source of confusion for beginners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/home/claude/git_ppt/icons/g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05840" y="2871216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679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/ tool you install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3493008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300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 computer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05840" y="4114800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22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based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05840" y="4736592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5445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version history &amp; branches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535838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5166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connection required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936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20" name="Image 1" descr="/home/claude/git_ppt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39" y="2073859"/>
            <a:ext cx="332842" cy="33284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0" y="1965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6675120" y="2871216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2679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/ cloud service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75120" y="3493008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3300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repositories online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75120" y="4114800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7" name="Text 23"/>
          <p:cNvSpPr/>
          <p:nvPr/>
        </p:nvSpPr>
        <p:spPr>
          <a:xfrm>
            <a:off x="6903720" y="3922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GUI based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75120" y="4736592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9" name="Text 25"/>
          <p:cNvSpPr/>
          <p:nvPr/>
        </p:nvSpPr>
        <p:spPr>
          <a:xfrm>
            <a:off x="6903720" y="45445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collaboration &amp; code review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675120" y="535838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31" name="Text 27"/>
          <p:cNvSpPr/>
          <p:nvPr/>
        </p:nvSpPr>
        <p:spPr>
          <a:xfrm>
            <a:off x="6903720" y="5166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to sync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to Know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57600" cy="1965960"/>
          </a:xfrm>
          <a:prstGeom prst="roundRect">
            <a:avLst>
              <a:gd name="adj" fmla="val 3256"/>
            </a:avLst>
          </a:prstGeom>
          <a:solidFill>
            <a:srgbClr val="F6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git_ppt/icons/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(Repo)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4203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folder tracked by Git, containing all files and their full history.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26280" y="1280160"/>
            <a:ext cx="3657600" cy="1965960"/>
          </a:xfrm>
          <a:prstGeom prst="roundRect">
            <a:avLst>
              <a:gd name="adj" fmla="val 3256"/>
            </a:avLst>
          </a:prstGeom>
          <a:solidFill>
            <a:srgbClr val="F6F8FA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0" y="1508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git_ppt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554" y="16404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54880" y="254203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 on your disk that you’re currently editing.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503920" y="1280160"/>
            <a:ext cx="3657600" cy="1965960"/>
          </a:xfrm>
          <a:prstGeom prst="roundRect">
            <a:avLst>
              <a:gd name="adj" fmla="val 3256"/>
            </a:avLst>
          </a:prstGeom>
          <a:solidFill>
            <a:srgbClr val="F6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732520" y="1508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git_pp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194" y="16404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325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732520" y="254203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holding zone where you place changes you’re about to commit.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520440"/>
            <a:ext cx="3657600" cy="1965960"/>
          </a:xfrm>
          <a:prstGeom prst="roundRect">
            <a:avLst>
              <a:gd name="adj" fmla="val 3256"/>
            </a:avLst>
          </a:prstGeom>
          <a:solidFill>
            <a:srgbClr val="F6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/home/claude/git_ppt/icons/s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8807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4782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of staged changes, with a message describing what changed.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26280" y="3520440"/>
            <a:ext cx="3657600" cy="1965960"/>
          </a:xfrm>
          <a:prstGeom prst="roundRect">
            <a:avLst>
              <a:gd name="adj" fmla="val 3256"/>
            </a:avLst>
          </a:prstGeom>
          <a:solidFill>
            <a:srgbClr val="F6F8FA"/>
          </a:solidFill>
          <a:ln/>
        </p:spPr>
      </p:sp>
      <p:sp>
        <p:nvSpPr>
          <p:cNvPr id="24" name="Shape 18"/>
          <p:cNvSpPr/>
          <p:nvPr/>
        </p:nvSpPr>
        <p:spPr>
          <a:xfrm>
            <a:off x="4754880" y="3749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/home/claude/git_ppt/icons/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554" y="388071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5488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754880" y="4782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line of development, usually created for a new feature or fix.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503920" y="3520440"/>
            <a:ext cx="3657600" cy="1965960"/>
          </a:xfrm>
          <a:prstGeom prst="roundRect">
            <a:avLst>
              <a:gd name="adj" fmla="val 3256"/>
            </a:avLst>
          </a:prstGeom>
          <a:solidFill>
            <a:srgbClr val="F6F8FA"/>
          </a:solidFill>
          <a:ln/>
        </p:spPr>
      </p:sp>
      <p:sp>
        <p:nvSpPr>
          <p:cNvPr id="29" name="Shape 22"/>
          <p:cNvSpPr/>
          <p:nvPr/>
        </p:nvSpPr>
        <p:spPr>
          <a:xfrm>
            <a:off x="8732520" y="3749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5" descr="/home/claude/git_ppt/icons/serv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4194" y="38807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7325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732520" y="4782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of the repository hosted elsewhere — typically on GitHub.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Workflow: From Local to GitHub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file moves through four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822960" cy="822960"/>
          </a:xfrm>
          <a:prstGeom prst="ellipse">
            <a:avLst/>
          </a:prstGeom>
          <a:solidFill>
            <a:srgbClr val="6E7781"/>
          </a:solidFill>
          <a:ln/>
        </p:spPr>
      </p:sp>
      <p:pic>
        <p:nvPicPr>
          <p:cNvPr id="6" name="Image 0" descr="/home/claude/git_ppt/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30" y="25749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95020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B1F2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(edit files)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94660" y="306324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1" name="Image 1" descr="/home/claude/git_ppt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317296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0624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git_pp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25749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703320" y="395020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B1F23"/>
          </a:solidFill>
          <a:ln/>
        </p:spPr>
      </p:sp>
      <p:sp>
        <p:nvSpPr>
          <p:cNvPr id="17" name="Text 12"/>
          <p:cNvSpPr/>
          <p:nvPr/>
        </p:nvSpPr>
        <p:spPr>
          <a:xfrm>
            <a:off x="370332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783580" y="306324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9" name="Image 3" descr="/home/claude/git_ppt/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3172968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6364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995160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git_ppt/icons/sav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670" y="257495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5508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492240" y="395020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B1F23"/>
          </a:solidFill>
          <a:ln/>
        </p:spPr>
      </p:sp>
      <p:sp>
        <p:nvSpPr>
          <p:cNvPr id="25" name="Text 18"/>
          <p:cNvSpPr/>
          <p:nvPr/>
        </p:nvSpPr>
        <p:spPr>
          <a:xfrm>
            <a:off x="649224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572500" y="306324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7" name="Image 5" descr="/home/claude/git_ppt/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228" y="3172968"/>
            <a:ext cx="237744" cy="2377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52560" y="2103120"/>
            <a:ext cx="2286000" cy="2377440"/>
          </a:xfrm>
          <a:prstGeom prst="roundRect">
            <a:avLst>
              <a:gd name="adj" fmla="val 3600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784080" y="2377440"/>
            <a:ext cx="822960" cy="8229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0" name="Image 6" descr="/home/claude/git_ppt/icons/serv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1590" y="2574950"/>
            <a:ext cx="427939" cy="42793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4400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9281160" y="395020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B1F23"/>
          </a:solidFill>
          <a:ln/>
        </p:spPr>
      </p:sp>
      <p:sp>
        <p:nvSpPr>
          <p:cNvPr id="33" name="Text 24"/>
          <p:cNvSpPr/>
          <p:nvPr/>
        </p:nvSpPr>
        <p:spPr>
          <a:xfrm>
            <a:off x="928116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685800" y="4892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/ git fetch pulls changes the other direction — from GitHub back to your local repository.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685800" y="5394960"/>
            <a:ext cx="1060704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36" name="Text 27"/>
          <p:cNvSpPr/>
          <p:nvPr/>
        </p:nvSpPr>
        <p:spPr>
          <a:xfrm>
            <a:off x="960120" y="5394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lets you choose exactly what goes into each commit — you don’t have to commit every changed file at once.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Install &amp; Configure Git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once per machine, before starting any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git_ppt/icons/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identity so every commit records who made it: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554480" y="2468880"/>
            <a:ext cx="7315200" cy="1005840"/>
          </a:xfrm>
          <a:prstGeom prst="roundRect">
            <a:avLst>
              <a:gd name="adj" fmla="val 5455"/>
            </a:avLst>
          </a:prstGeom>
          <a:solidFill>
            <a:srgbClr val="1B1F23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26060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"you@example.com"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794760"/>
            <a:ext cx="731520" cy="73152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0" name="Image 1" descr="/home/claude/git_ppt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5" y="39703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Git installed correctly: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554480" y="4343400"/>
            <a:ext cx="4572000" cy="594360"/>
          </a:xfrm>
          <a:prstGeom prst="roundRect">
            <a:avLst>
              <a:gd name="adj" fmla="val 9231"/>
            </a:avLst>
          </a:prstGeom>
          <a:solidFill>
            <a:srgbClr val="1B1F23"/>
          </a:solidFill>
          <a:ln/>
        </p:spPr>
      </p:sp>
      <p:sp>
        <p:nvSpPr>
          <p:cNvPr id="13" name="Text 9"/>
          <p:cNvSpPr/>
          <p:nvPr/>
        </p:nvSpPr>
        <p:spPr>
          <a:xfrm>
            <a:off x="182880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212080"/>
            <a:ext cx="731520" cy="7315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5" name="Image 2" descr="/home/claude/git_ppt/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538764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current configuration anytime: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554480" y="5760720"/>
            <a:ext cx="4572000" cy="594360"/>
          </a:xfrm>
          <a:prstGeom prst="roundRect">
            <a:avLst>
              <a:gd name="adj" fmla="val 9231"/>
            </a:avLst>
          </a:prstGeom>
          <a:solidFill>
            <a:srgbClr val="1B1F23"/>
          </a:solidFill>
          <a:ln/>
        </p:spPr>
      </p:sp>
      <p:sp>
        <p:nvSpPr>
          <p:cNvPr id="18" name="Text 13"/>
          <p:cNvSpPr/>
          <p:nvPr/>
        </p:nvSpPr>
        <p:spPr>
          <a:xfrm>
            <a:off x="1828800" y="5897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Create a Local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git_ppt/icons/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64957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Start a brand-new project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600200" y="1965960"/>
            <a:ext cx="9692640" cy="1600200"/>
          </a:xfrm>
          <a:prstGeom prst="roundRect">
            <a:avLst>
              <a:gd name="adj" fmla="val 3429"/>
            </a:avLst>
          </a:prstGeom>
          <a:solidFill>
            <a:srgbClr val="1B1F23"/>
          </a:solidFill>
          <a:ln/>
        </p:spPr>
      </p:sp>
      <p:sp>
        <p:nvSpPr>
          <p:cNvPr id="7" name="Text 4"/>
          <p:cNvSpPr/>
          <p:nvPr/>
        </p:nvSpPr>
        <p:spPr>
          <a:xfrm>
            <a:off x="1874520" y="21031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my-project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my-project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36118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creates a hidden .git folder — this is what turns an ordinary folder into a Git repository.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0" name="Image 1" descr="/home/claude/git_ppt/icons/cl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452993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Copy an existing GitHub project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600200" y="4846320"/>
            <a:ext cx="9692640" cy="914400"/>
          </a:xfrm>
          <a:prstGeom prst="roundRect">
            <a:avLst>
              <a:gd name="adj" fmla="val 6000"/>
            </a:avLst>
          </a:prstGeom>
          <a:solidFill>
            <a:srgbClr val="1B1F23"/>
          </a:solidFill>
          <a:ln/>
        </p:spPr>
      </p:sp>
      <p:sp>
        <p:nvSpPr>
          <p:cNvPr id="13" name="Text 9"/>
          <p:cNvSpPr/>
          <p:nvPr/>
        </p:nvSpPr>
        <p:spPr>
          <a:xfrm>
            <a:off x="1874520" y="4846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https://github.com/username/repo.git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00200" y="58521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downloads the full repository — files, history, and branches — to your machine in one step.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Track &amp; Save Your Changes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goes through staging before it becomes a commit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105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git_pp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1942186"/>
            <a:ext cx="285293" cy="2852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1819656"/>
            <a:ext cx="2880360" cy="521208"/>
          </a:xfrm>
          <a:prstGeom prst="roundRect">
            <a:avLst>
              <a:gd name="adj" fmla="val 8772"/>
            </a:avLst>
          </a:prstGeom>
          <a:solidFill>
            <a:srgbClr val="1B1F23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1819656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0" y="169164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files have changed, and whether they’re staged or not.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743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git_ppt/icons/fold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6" y="2874874"/>
            <a:ext cx="285293" cy="28529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463040" y="2752344"/>
            <a:ext cx="2880360" cy="521208"/>
          </a:xfrm>
          <a:prstGeom prst="roundRect">
            <a:avLst>
              <a:gd name="adj" fmla="val 8772"/>
            </a:avLst>
          </a:prstGeom>
          <a:solidFill>
            <a:srgbClr val="1B1F23"/>
          </a:solidFill>
          <a:ln/>
        </p:spPr>
      </p:sp>
      <p:sp>
        <p:nvSpPr>
          <p:cNvPr id="14" name="Text 10"/>
          <p:cNvSpPr/>
          <p:nvPr/>
        </p:nvSpPr>
        <p:spPr>
          <a:xfrm>
            <a:off x="1463040" y="2752344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file.txt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0" y="2624328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one specific file for the next commit.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557016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" y="367588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git_ppt/icons/fold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3807562"/>
            <a:ext cx="285293" cy="28529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463040" y="3685032"/>
            <a:ext cx="2880360" cy="521208"/>
          </a:xfrm>
          <a:prstGeom prst="roundRect">
            <a:avLst>
              <a:gd name="adj" fmla="val 8772"/>
            </a:avLst>
          </a:prstGeom>
          <a:solidFill>
            <a:srgbClr val="1B1F23"/>
          </a:solidFill>
          <a:ln/>
        </p:spPr>
      </p:sp>
      <p:sp>
        <p:nvSpPr>
          <p:cNvPr id="20" name="Text 15"/>
          <p:cNvSpPr/>
          <p:nvPr/>
        </p:nvSpPr>
        <p:spPr>
          <a:xfrm>
            <a:off x="1463040" y="3685032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0" y="3557016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every changed file in the current folder.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489704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  <a:ln/>
        </p:spPr>
      </p:sp>
      <p:sp>
        <p:nvSpPr>
          <p:cNvPr id="23" name="Shape 18"/>
          <p:cNvSpPr/>
          <p:nvPr/>
        </p:nvSpPr>
        <p:spPr>
          <a:xfrm>
            <a:off x="713232" y="460857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git_ppt/icons/s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4740250"/>
            <a:ext cx="285293" cy="285293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463040" y="4617720"/>
            <a:ext cx="2880360" cy="521208"/>
          </a:xfrm>
          <a:prstGeom prst="roundRect">
            <a:avLst>
              <a:gd name="adj" fmla="val 8772"/>
            </a:avLst>
          </a:prstGeom>
          <a:solidFill>
            <a:srgbClr val="1B1F23"/>
          </a:solidFill>
          <a:ln/>
        </p:spPr>
      </p:sp>
      <p:sp>
        <p:nvSpPr>
          <p:cNvPr id="26" name="Text 20"/>
          <p:cNvSpPr/>
          <p:nvPr/>
        </p:nvSpPr>
        <p:spPr>
          <a:xfrm>
            <a:off x="1463040" y="4617720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0" y="4489704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staged changes as a permanent snapshot with a note.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5422392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  <a:ln/>
        </p:spPr>
      </p:sp>
      <p:sp>
        <p:nvSpPr>
          <p:cNvPr id="29" name="Shape 23"/>
          <p:cNvSpPr/>
          <p:nvPr/>
        </p:nvSpPr>
        <p:spPr>
          <a:xfrm>
            <a:off x="713232" y="55412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/home/claude/git_ppt/icons/histor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5672938"/>
            <a:ext cx="285293" cy="285293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463040" y="5550408"/>
            <a:ext cx="2880360" cy="521208"/>
          </a:xfrm>
          <a:prstGeom prst="roundRect">
            <a:avLst>
              <a:gd name="adj" fmla="val 8772"/>
            </a:avLst>
          </a:prstGeom>
          <a:solidFill>
            <a:srgbClr val="1B1F23"/>
          </a:solidFill>
          <a:ln/>
        </p:spPr>
      </p:sp>
      <p:sp>
        <p:nvSpPr>
          <p:cNvPr id="32" name="Text 25"/>
          <p:cNvSpPr/>
          <p:nvPr/>
        </p:nvSpPr>
        <p:spPr>
          <a:xfrm>
            <a:off x="1463040" y="5550408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0" y="542239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history of all commits made so far.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Connect to GitHub &amp; Push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your local commits up to the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empty repository on GitHub.com (don’t add a README yet).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3113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local repo to that GitHub repo as its "remote".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7980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commits up to GitHub for the first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0972800" cy="2331720"/>
          </a:xfrm>
          <a:prstGeom prst="roundRect">
            <a:avLst>
              <a:gd name="adj" fmla="val 2745"/>
            </a:avLst>
          </a:prstGeom>
          <a:solidFill>
            <a:srgbClr val="1B1F2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033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6E77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Link the remote (one time only)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https://github.com/username/repo.git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6E77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local commits to GitHub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-u flag remembers this remote and branch, so future pushes can simply be "git push".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Local &amp; GitHub in Sync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changes from GitHub back down to your machine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git_ppt/icons/down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new commits from GitHub, but does NOT merge them into your working files. Lets you review what changed first.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251960"/>
            <a:ext cx="4572000" cy="548640"/>
          </a:xfrm>
          <a:prstGeom prst="roundRect">
            <a:avLst>
              <a:gd name="adj" fmla="val 8333"/>
            </a:avLst>
          </a:prstGeom>
          <a:solidFill>
            <a:srgbClr val="1B1F2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251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201168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3" name="Image 1" descr="/home/claude/git_ppt/icons/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7627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46520" y="2971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new commits AND immediately merges them into your current branch — fetch + merge in one step.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46520" y="4251960"/>
            <a:ext cx="4572000" cy="548640"/>
          </a:xfrm>
          <a:prstGeom prst="roundRect">
            <a:avLst>
              <a:gd name="adj" fmla="val 8333"/>
            </a:avLst>
          </a:prstGeom>
          <a:solidFill>
            <a:srgbClr val="1B1F23"/>
          </a:solidFill>
          <a:ln/>
        </p:spPr>
      </p:sp>
      <p:sp>
        <p:nvSpPr>
          <p:cNvPr id="17" name="Text 13"/>
          <p:cNvSpPr/>
          <p:nvPr/>
        </p:nvSpPr>
        <p:spPr>
          <a:xfrm>
            <a:off x="6446520" y="4251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Branching: Work Without Fear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build features in isolation from the stable main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457200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2926080"/>
            <a:ext cx="292608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2926080"/>
            <a:ext cx="0" cy="-1005840"/>
          </a:xfrm>
          <a:prstGeom prst="line">
            <a:avLst/>
          </a:prstGeom>
          <a:noFill/>
          <a:ln w="38100">
            <a:solidFill>
              <a:srgbClr val="F050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920240"/>
            <a:ext cx="2468880" cy="0"/>
          </a:xfrm>
          <a:prstGeom prst="line">
            <a:avLst/>
          </a:prstGeom>
          <a:noFill/>
          <a:ln w="38100">
            <a:solidFill>
              <a:srgbClr val="F05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920240"/>
            <a:ext cx="0" cy="960120"/>
          </a:xfrm>
          <a:prstGeom prst="line">
            <a:avLst/>
          </a:prstGeom>
          <a:noFill/>
          <a:ln w="38100">
            <a:solidFill>
              <a:srgbClr val="F0503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59536" y="2871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054096" y="2871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5431536" y="2871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8357616" y="2871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86537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186537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27249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feature-branch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1B1F2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06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2062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branches, or create a new one: git branch feature-x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1B1F2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00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feature-x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480060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AND switch to it, in one command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1B1F2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94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5394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to the main branch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989320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1B1F2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989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feature-x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59893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changes from feature-x into your current branch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Full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from your editor to GitHub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git_ppt/icons/lap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3938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29718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a file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38912" y="333756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project folder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130552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58568" y="20116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21262D"/>
          </a:solidFill>
          <a:ln/>
        </p:spPr>
      </p:sp>
      <p:sp>
        <p:nvSpPr>
          <p:cNvPr id="11" name="Shape 8"/>
          <p:cNvSpPr/>
          <p:nvPr/>
        </p:nvSpPr>
        <p:spPr>
          <a:xfrm>
            <a:off x="2830068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git_ppt/icons/fold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687" y="23938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31720" y="29718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331720" y="333756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to start tracking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02336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151376" y="20116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21262D"/>
          </a:solidFill>
          <a:ln/>
        </p:spPr>
      </p:sp>
      <p:sp>
        <p:nvSpPr>
          <p:cNvPr id="17" name="Shape 13"/>
          <p:cNvSpPr/>
          <p:nvPr/>
        </p:nvSpPr>
        <p:spPr>
          <a:xfrm>
            <a:off x="4722876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git_pp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495" y="239389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24528" y="29718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224528" y="333756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change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916168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044184" y="20116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21262D"/>
          </a:solidFill>
          <a:ln/>
        </p:spPr>
      </p:sp>
      <p:sp>
        <p:nvSpPr>
          <p:cNvPr id="23" name="Shape 18"/>
          <p:cNvSpPr/>
          <p:nvPr/>
        </p:nvSpPr>
        <p:spPr>
          <a:xfrm>
            <a:off x="6615684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git_ppt/icons/s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303" y="239389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17336" y="29718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117336" y="333756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it locally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808976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936992" y="20116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21262D"/>
          </a:solidFill>
          <a:ln/>
        </p:spPr>
      </p:sp>
      <p:sp>
        <p:nvSpPr>
          <p:cNvPr id="29" name="Shape 23"/>
          <p:cNvSpPr/>
          <p:nvPr/>
        </p:nvSpPr>
        <p:spPr>
          <a:xfrm>
            <a:off x="8508492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/home/claude/git_ppt/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111" y="239389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10144" y="29718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010144" y="333756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GitHub, once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701784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9829800" y="201168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21262D"/>
          </a:solidFill>
          <a:ln/>
        </p:spPr>
      </p:sp>
      <p:sp>
        <p:nvSpPr>
          <p:cNvPr id="35" name="Shape 28"/>
          <p:cNvSpPr/>
          <p:nvPr/>
        </p:nvSpPr>
        <p:spPr>
          <a:xfrm>
            <a:off x="10401300" y="224028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6" name="Image 5" descr="/home/claude/git_ppt/icons/uploa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4919" y="239389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02952" y="29718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9902952" y="333756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to GitHub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48640" y="4617720"/>
            <a:ext cx="10972800" cy="128016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40" name="Text 32"/>
          <p:cNvSpPr/>
          <p:nvPr/>
        </p:nvSpPr>
        <p:spPr>
          <a:xfrm>
            <a:off x="822960" y="4709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then on, the daily loop is just:  </a:t>
            </a:r>
            <a:pPr indent="0" marL="0">
              <a:buNone/>
            </a:pPr>
            <a:r>
              <a:rPr lang="en-US" sz="16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→ git add → git commit -m "..." → git push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Command Cheat Sheet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71800" y="105156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current folder into a Git repository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356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143560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repository to your machine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1965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1819656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changed / staged / untracked 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037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2203704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specific 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87752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877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2587752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changed files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71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297180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staged changes as a snapshot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558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71800" y="335584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commit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051560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051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105156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 / create a new 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435608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4356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&lt;name&gt;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143560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to a new branch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1819656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1965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32520" y="1819656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branch into the current one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203704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2037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2203704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local repo to a GitHub repo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2587752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25877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32520" y="2587752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local commits to GitHub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2971800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971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732520" y="297180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merge changes from GitHub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355848"/>
            <a:ext cx="5486400" cy="329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33558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32520" y="335584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changes without merging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Habits from Day 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6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23060"/>
            <a:ext cx="640080" cy="64008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5" name="Image 0" descr="/home/claude/git_pp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766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5331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often, in small chunks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600200" y="17647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should represent one logical change — easier to review and undo.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118872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6F8FA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623060"/>
            <a:ext cx="640080" cy="64008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0" name="Image 1" descr="/home/claude/git_ppt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17766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35331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commit messages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406640" y="17647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"Fix login validation bug" instead of "update" or "fix stuff".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6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360420"/>
            <a:ext cx="640080" cy="64008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5" name="Image 2" descr="/home/claude/git_ppt/icons/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5140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0906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work directly on main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600200" y="350215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for each feature or fix; keep main always stable.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55080" y="292608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6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583680" y="3360420"/>
            <a:ext cx="640080" cy="64008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0" name="Image 3" descr="/home/claude/git_ppt/icons/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351403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0906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push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406640" y="350215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the latest remote changes first to avoid painful conflicts.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66344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6F8FA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097780"/>
            <a:ext cx="640080" cy="64008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5" name="Image 4" descr="/home/claude/git_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525139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82803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commit secrets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600200" y="523951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passwords, API keys, and .env files out of version control.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355080" y="4663440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F6F8FA"/>
          </a:solidFill>
          <a:ln/>
        </p:spPr>
      </p:sp>
      <p:sp>
        <p:nvSpPr>
          <p:cNvPr id="29" name="Shape 22"/>
          <p:cNvSpPr/>
          <p:nvPr/>
        </p:nvSpPr>
        <p:spPr>
          <a:xfrm>
            <a:off x="6583680" y="5097780"/>
            <a:ext cx="640080" cy="64008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30" name="Image 5" descr="/home/claude/git_ppt/icons/us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299" y="525139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482803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pull requests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406640" y="523951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teammates review changes on GitHub before merging into main.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Freshers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21262D"/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1188720"/>
            <a:ext cx="1280160" cy="12801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4" name="Image 0" descr="/home/claude/git_ppt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598" y="149595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the daily loop: edit → add → commit → push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2026-07-14T02:32:58Z</dcterms:created>
  <dcterms:modified xsi:type="dcterms:W3CDTF">2026-07-14T02:32:58Z</dcterms:modified>
</cp:coreProperties>
</file>